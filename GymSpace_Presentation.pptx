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D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D47A"/>
                </a:solidFill>
              </a:defRPr>
            </a:pPr>
            <a:r>
              <a:t>💪 GymSpace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Find Your Perfect Training Partner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</a:defRPr>
            </a:pPr>
            <a:r>
              <a:t>An iOS App Built with SwiftUI &amp; Realm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5029200"/>
            <a:ext cx="2103120" cy="54864"/>
          </a:xfrm>
          <a:prstGeom prst="roundRect">
            <a:avLst/>
          </a:prstGeom>
          <a:solidFill>
            <a:srgbClr val="00D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7A"/>
                </a:solidFill>
              </a:defRPr>
            </a:pPr>
            <a:r>
              <a:t>What is GymSpace?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GymSpace is a social fitness iOS application that helps gym-goers find compatible training partners, generate AI-powered workout plans tailored to their goals and injuries, and get real-time coaching advice.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🎯  Match with partners based on gym, goals, schedule &amp; fitness level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🤖  AI Workout Generator — personalised plans with injury safety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🧠  AI Coach — exercise form tips, supplement advice, YouTube tutorials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💬  Real-time messaging with photo sharing &amp; session scheduling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📊  Smart compatibility scoring algorithm (up to 98% match)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🔔  Notification system for matches, messages &amp; session updates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7A"/>
                </a:solidFill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658368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7A"/>
                </a:solidFill>
              </a:defRPr>
            </a:pPr>
            <a:r>
              <a:t>SwiftUI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</a:defRPr>
            </a:pPr>
            <a:r>
              <a:t>Modern declarative UI framework by Apple for building native iOS interfaces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67712"/>
            <a:ext cx="10515600" cy="658368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134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7A"/>
                </a:solidFill>
              </a:defRPr>
            </a:pPr>
            <a:r>
              <a:t>Realm 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8775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</a:defRPr>
            </a:pPr>
            <a:r>
              <a:t>Local on-device NoSQL database for persistent data storage (users, messages, plans)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72384"/>
            <a:ext cx="10515600" cy="658368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18103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7A"/>
                </a:solidFill>
              </a:defRPr>
            </a:pPr>
            <a:r>
              <a:t>@Observable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392424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</a:defRPr>
            </a:pPr>
            <a:r>
              <a:t>Swift macro-based state management — reactive UI updates across all views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77056"/>
            <a:ext cx="10515600" cy="658368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227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7A"/>
                </a:solidFill>
              </a:defRPr>
            </a:pPr>
            <a:r>
              <a:t>PhotosUI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197096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</a:defRPr>
            </a:pPr>
            <a:r>
              <a:t>Native iOS photo picker for in-chat image sharing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81728"/>
            <a:ext cx="10515600" cy="658368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7274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7A"/>
                </a:solidFill>
              </a:defRPr>
            </a:pPr>
            <a:r>
              <a:t>SafariServices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001768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</a:defRPr>
            </a:pPr>
            <a:r>
              <a:t>In-app browser for YouTube exercise tutorial links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486400"/>
            <a:ext cx="10515600" cy="658368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532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7A"/>
                </a:solidFill>
              </a:defRPr>
            </a:pPr>
            <a:r>
              <a:t>MVVM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8064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</a:defRPr>
            </a:pPr>
            <a:r>
              <a:t>Clean separation: Models.swift → AppState.swift → Views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7A"/>
                </a:solidFill>
              </a:defRPr>
            </a:pPr>
            <a:r>
              <a:t>Authentication &amp; User Registration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Multi-Step Registration (3 Steps)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Step 1: Username, email, password &amp; profile colour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Step 2: Gym selection, fitness level, available days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          Age group, gender &amp; preferred workout time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Step 3: Fitness goals, injury constraints &amp; bio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✅ Input validation at every step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✅ Duplicate username/email checking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✅ Password confirmation matching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✅ Progress bar showing registration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Login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Login via username OR email + password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Session persistence via UserDefaults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Ban detection — banned users cannot log in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Demo accounts for quick testing: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 • Max (Beginner), Emma (Beginner)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 • Mia (Advanced), Mike (Injury user)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Key functions: login(), register(), logout()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7A"/>
                </a:solidFill>
              </a:defRPr>
            </a:pPr>
            <a:r>
              <a:t>Home Screen &amp;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AA"/>
                </a:solidFill>
              </a:defRPr>
            </a:pPr>
            <a:r>
              <a:t>5-Tab Navigation: Home • Discover • Chats • Workouts •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🏠 Home — Personalised greeting (morning/afternoon/evening), overview stats,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    upcoming sessions, suggested partners &amp; recent notifications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🔍 Discover — Find compatible training partners with advanced filtering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💬 Chats — Matches list + message conversations with partners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🏋️ Workouts — My Plans, AI Generator, Sessions &amp; AI Coach tabs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👤 Profile — View/edit profile, stats, dark mode toggle, safety tips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📱 Unread badge count on Chats tab via .badge() modifier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🔔 Bell icon with red dot indicator for new notifications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7A"/>
                </a:solidFill>
              </a:defRPr>
            </a:pPr>
            <a:r>
              <a:t>Discover &amp; Smart Matching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matchScore()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Same gym: +30 points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Shared available days: +8 per day (max 24)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Shared fitness goals: +10 per goal (max 20)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Same fitness level: +20 (±1 level: +10)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Same workout time preference: +6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Same age group: +10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Maximum possible score: 98%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Advanced Filters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Filter by fitness level (Beginner/Inter/Advanced)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Filter by gym location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Filter by age group (18-24, 25-34, etc.)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Filter by gender preference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Filter by workout time (AM/PM/Evening)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Search by username or gym name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Connect/disconnect directly from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7A"/>
                </a:solidFill>
              </a:defRPr>
            </a:pPr>
            <a:r>
              <a:t>Chat &amp; Messaging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💬 Real-time text messaging between matched users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📸 Photo sharing via iOS PhotosPicker (images saved to device storage)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🗑️ Message deletion with long-press gesture (soft delete — marks as '[Message deleted]')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📅 In-chat session scheduling — propose gym sessions directly from conversation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📆 Session proposal cards with Accept/Decline buttons shown inline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🕐 Date separators grouping messages by day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💭 Custom bubble shapes with directional tails (BubbleShape)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📋 Chat list with swipe-to-delete conversations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🔔 Automatic notifications when messages or session proposals are sent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Key functions: sendMessage(), sendImageMessage(), deleteMessage(),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scheduleSession(), confirmSession(), declineSession()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7A"/>
                </a:solidFill>
              </a:defRPr>
            </a:pPr>
            <a:r>
              <a:t>AI Workout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AAAAA"/>
                </a:solidFill>
              </a:defRPr>
            </a:pPr>
            <a:r>
              <a:t>Generates personalised workout plans based on user profile — no internet needed (runs on-device)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Input 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Fitness level (Beginner / Intermediate / Advanced)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Selected muscle groups (7 available)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Session duration (30 / 45 / 60 min)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User's fitness goals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Injury constraints (auto-detected from profile)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Available training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Output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688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Exercises with sets, reps &amp; pro tips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YouTube tutorial links for each exercise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Injury-safe modifications per exercise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Injury safety advice panel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Beginner form tips (level-specific)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Medical disclaimer (injury-aware)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Save to My Plans (Realm persistence)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9E0B"/>
                </a:solidFill>
              </a:defRPr>
            </a:pPr>
            <a:r>
              <a:t>Injury-Aware Exercise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658368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t>⚠️ Shoulder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</a:defRPr>
            </a:pPr>
            <a:r>
              <a:t>Replaces overhead presses with floor press, machine press; adds rehab exercises (face pulls, band rotations)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10515600" cy="658368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t>⚠️ Knee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</a:defRPr>
            </a:pPr>
            <a:r>
              <a:t>Swaps deep squats for leg press (high foot), seated curls, terminal knee extensions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10515600" cy="658368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63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t>⚠️ 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33756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</a:defRPr>
            </a:pPr>
            <a:r>
              <a:t>Uses McGill Big-3 (curl-up, bird dog, side plank); removes heavy deadlifts &amp; loaded squats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10515600" cy="658368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t>⚠️ 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11480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</a:defRPr>
            </a:pPr>
            <a:r>
              <a:t>Limits deep hip flexion; adds glute &amp; hip abductor strengthening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72000"/>
            <a:ext cx="10515600" cy="658368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617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t>⚠️ Elbow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920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</a:defRPr>
            </a:pPr>
            <a:r>
              <a:t>Switches to neutral grip exercises; reduces load on curls and extensions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49240"/>
            <a:ext cx="10515600" cy="658368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949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t>⚠️ Ankle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669279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</a:defRPr>
            </a:pPr>
            <a:r>
              <a:t>Removes jumping/sprinting; substitutes seated and machine-based alternatives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7A"/>
                </a:solidFill>
              </a:defRPr>
            </a:pPr>
            <a:r>
              <a:t>AI Coach — Intelligent Chat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Exercise Knowledge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15 exercises with detailed form cues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Bench Press, Squat, Deadlift, Pull-Up...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5 step-by-step form tips per exercise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YouTube tutorial links (auto-generated)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Keyword matching for natural queries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Supplement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8 supplements: Creatine, Whey, Casein,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Pre-Workout, BCAAs, Omega-3, Vit D, Magnesium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Weight-based personalised dosages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Goal-matched supplement stacks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Medical disclaimers on all advice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</a:defRPr>
            </a:pPr>
            <a:r>
              <a:t>Also provides: injury advice, nutrition guidance, warm-up tips, rest times, fat loss basics, and personalised profile summaries. Includes suggested questions and typing indicator animation.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7A"/>
                </a:solidFill>
              </a:defRPr>
            </a:pPr>
            <a:r>
              <a:t>Data Model — Realm Objects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77724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</a:defRPr>
            </a:pPr>
            <a:r>
              <a:t>GymUser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10512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</a:defRPr>
            </a:pPr>
            <a:r>
              <a:t>id, username, email, password, level, gym, goals, injuries, availability,</a:t>
            </a:r>
            <a:br/>
            <a:r>
              <a:t>bio, profileColor, matches, isBanned, warnings, ageGroup, gender, workoutTime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10515600" cy="77724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</a:defRPr>
            </a:pPr>
            <a:r>
              <a:t>ChatMessage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24912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</a:defRPr>
            </a:pPr>
            <a:r>
              <a:t>id, chatId, senderId, text, timestamp, isDeleted, sessionId, imagePath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10515600" cy="77724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337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</a:defRPr>
            </a:pPr>
            <a:r>
              <a:t>WorkoutPlan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39312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</a:defRPr>
            </a:pPr>
            <a:r>
              <a:t>id, userId, level, goals, injuries, duration, muscleGroups,</a:t>
            </a:r>
            <a:br/>
            <a:r>
              <a:t>injuryAdvice, formTips, disclaimer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10515600" cy="77724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519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</a:defRPr>
            </a:pPr>
            <a:r>
              <a:t>GymSession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53712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</a:defRPr>
            </a:pPr>
            <a:r>
              <a:t>id, createdBy, participants, dateTime, status, rating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20640"/>
            <a:ext cx="10515600" cy="77724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1663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</a:defRPr>
            </a:pPr>
            <a:r>
              <a:t>GymNotification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468112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</a:defRPr>
            </a:pPr>
            <a:r>
              <a:t>id, userId, type, content, isRead, timestamp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7A"/>
                </a:solidFill>
              </a:defRPr>
            </a:pPr>
            <a:r>
              <a:t>Profile &amp; User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👤 Full profile view: avatar, username, gym, level badge, admin badge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✏️ Edit Profile sheet — update all fields (gym, level, goals, injuries, bio, colour, etc.)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📊 Stats section: matches count, upcoming sessions, saved workouts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🌙 Dark Mode toggle (persisted via UserDefaults)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📖 Safety &amp; Injury Tips — dedicated view with shoulder, knee &amp; general advice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💬 Communication Tips — icebreaker suggestions for gym anxiety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🎨 Profile colour picker (8 colours) with avatar initials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🚪 Logout functionality with session cleanup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7A"/>
                </a:solidFill>
              </a:defRPr>
            </a:pPr>
            <a:r>
              <a:t>Key Functions &amp; Code Highlights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685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7A"/>
                </a:solidFill>
              </a:defRPr>
            </a:pPr>
            <a:r>
              <a:t>AIWorkoutGenerator.generate()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1907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</a:defRPr>
            </a:pPr>
            <a:r>
              <a:t>Builds a full workout plan from level, goals, injuries, duration &amp; muscle groups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0515600" cy="685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40279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7A"/>
                </a:solidFill>
              </a:defRPr>
            </a:pPr>
            <a:r>
              <a:t>matchScore(with:)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420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</a:defRPr>
            </a:pPr>
            <a:r>
              <a:t>Calculates compatibility % using gym, days, goals, level, time &amp; age scoring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10515600" cy="685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63239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7A"/>
                </a:solidFill>
              </a:defRPr>
            </a:pPr>
            <a:r>
              <a:t>buildResponse(for:user:)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364991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</a:defRPr>
            </a:pPr>
            <a:r>
              <a:t>AI Coach NLP — keyword matching across exercise, supplement &amp; injury databases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515600" cy="685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8862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7A"/>
                </a:solidFill>
              </a:defRPr>
            </a:pPr>
            <a:r>
              <a:t>scheduleSession(with:dateTime:)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18795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</a:defRPr>
            </a:pPr>
            <a:r>
              <a:t>Creates session, sends chat message &amp; notification in one transaction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10515600" cy="685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7091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7A"/>
                </a:solidFill>
              </a:defRPr>
            </a:pPr>
            <a:r>
              <a:t>sendImageMessage(to:imageData:)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01091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</a:defRPr>
            </a:pPr>
            <a:r>
              <a:t>Saves image to device Documents/ChatImages, stores path in Realm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486400"/>
            <a:ext cx="10515600" cy="685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5321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7A"/>
                </a:solidFill>
              </a:defRPr>
            </a:pPr>
            <a:r>
              <a:t>injuryModification(exercise:injuries:)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83387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</a:defRPr>
            </a:pPr>
            <a:r>
              <a:t>Returns per-exercise safety notes based on user's injury list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7A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GymSpace — Connecting Gym Partners Through Smart Matching &amp;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✅ 17 Swift source files  •  Full-stack iOS application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✅ AI Workout Generator with 3 difficulty levels &amp; 7 muscle groups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✅ Injury-aware system covering 6 injury types with safe alternatives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✅ AI Coach with 15 exercises, 8 supplements &amp; personalised dosages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✅ Smart matching algorithm with 6-factor compatibility scoring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✅ Complete messaging system with photos, sessions &amp; notifications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✅ Realm database for persistent local storage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✅ Dark mode, profile customisation &amp; safety tips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6400800"/>
            <a:ext cx="2103120" cy="54864"/>
          </a:xfrm>
          <a:prstGeom prst="roundRect">
            <a:avLst/>
          </a:prstGeom>
          <a:solidFill>
            <a:srgbClr val="00D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